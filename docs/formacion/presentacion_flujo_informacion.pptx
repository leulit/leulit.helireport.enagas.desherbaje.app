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Helireport · Desherbaje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36118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información de principio a fin: de la oficina de Enagas al campo, y de vuelta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66928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Desherbaje — Enagas   ·   App móvil de campo + Web de gestión   ·  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mundos, un solo flujo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2976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554480"/>
            <a:ext cx="4297680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5544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· Gestores de Enagas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3317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 y asignan el trabajo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los cambios propuestos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Aprueban las zonas nuevas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Cierran las zonas terminadas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42632" y="1554480"/>
            <a:ext cx="42976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42632" y="1554480"/>
            <a:ext cx="4297680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7342632" y="15544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MÓVIL · Operadores del contratista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16952" y="23317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 la zona en campo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 los trabajos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Reportan fotos antes / después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 cambios y zonas nuevas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46320" y="24688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</a:rPr>
              <a:t>➜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892040" y="2971800"/>
            <a:ext cx="2404872" cy="640080"/>
          </a:xfrm>
          <a:prstGeom prst="roundRect">
            <a:avLst>
              <a:gd name="adj" fmla="val 17143"/>
            </a:avLst>
          </a:prstGeom>
          <a:solidFill>
            <a:srgbClr val="1B3A1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92040" y="297180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NIZACIÓN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374904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</a:rPr>
              <a:t>⬅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8F0E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480060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móvil funciona SIN conexión.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solo sirve para sincronizar: descargar el trabajo al empezar y subir lo hecho al terminar.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6 estados: el idioma común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48132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16184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78909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97480" y="14813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Enagas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00600" y="1481328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propuesta por Enagas, pendiente de revisar en campo.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203704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34086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13232" y="2340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97480" y="220370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Enagas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00600" y="2203704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 por Enagas. Lista para ejecutar.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292608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30632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5D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13232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697480" y="29260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00600" y="2926080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 propone un cambio o una zona nueva. Espera validación de Enagas.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48640" y="3648456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" y="378561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3232" y="3785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Ejecución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697480" y="36484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800600" y="3648456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en curso.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48640" y="4370832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3232" y="450799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88E3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13232" y="4507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Finalizada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697480" y="43708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800600" y="4370832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terminados.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548640" y="509320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3232" y="52303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13232" y="5230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2697480" y="50932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Enagas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800600" y="5093208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cerrada por Enagas.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548640" y="58338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mismos colores que el operario ve en las tarjetas de la app.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ciclo de vida de una zona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78909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5237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21408" y="283464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892808" y="329184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campo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32304" y="28346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45D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432304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32304" y="25237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005072" y="283464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776472" y="329184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15968" y="28346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315968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15968" y="25237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88736" y="283464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660136" y="329184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99632" y="28346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99632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Ejecución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99632" y="25237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72400" y="283464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083296" y="28346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388E3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083296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83296" y="25237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656064" y="283464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427464" y="329184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966960" y="28346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966960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966960" y="25237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8F0E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8680" y="493776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“Contratista” y “Validada” son el punto de traspaso: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 propone, Enagas aprueba.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Cómo llega el trabajo al móvil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9167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gestor de Enagas crea y asigna los segmentos en la web (estado Propuesta o Validada).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operario, en la pantalla “Sincronización”, pulsa “Preparar trabajo de campo” / Descargar.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descargan: Segmentos asignados, Trazas de gasoductos, Puntos kilométricos y Datos de usuario.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hace CON conexión, antes de salir. A partir de ahí, todo vive en el móvil y se trabaja sin red.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2120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78909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5212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31720" y="52120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331720" y="5212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0" y="5212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estados con los que nacen los segmentos en la web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Verificar y proponer cambios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1109167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 comprueba sobre el mapa que la zona indicada es correcta.</a:t>
            </a:r>
            <a:endParaRPr lang="en-US" sz="16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zona es más grande, más pequeña o está mal ubicada: usa “Editar extremos” para ajustar la geometría y edita la descripción / el tipo de actividad.</a:t>
            </a:r>
            <a:endParaRPr lang="en-US" sz="16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estado a “Contratista” → al sincronizar, Enagas ve la propuesta y la valida (o la devuelve).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48640" y="470916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709160"/>
            <a:ext cx="10451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Caso “no hace falta actuar aquí”: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se comunica por el chat de Mensajes + descripción, dejando la zona en “Contratista”. No existe todavía un estado “No requiere actuación” — decisión abierta con Enagas.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Proponer una zona nueva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916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Mapa global, el operario activa el modo “Líneas de corte”.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dos líneas corta la traza del gasoducto y extrae uno o varios segmentos nuevos.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descripción y tipo de actividad. El nuevo segmento nace en estado “Contratista”.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sincronizar, Enagas recibe la zona nueva y la valida.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5D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5257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560320" y="5257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toda zona propuesta desde la app nace aquí, a la espera de validación de Enagas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El bucle de aprobación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31520" y="2286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45D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286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 propone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2286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92608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94760" y="228600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1B3A1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794760" y="2286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revisa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63640" y="2286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040880" y="2286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40880" y="2286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aprueba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9476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si hay que ajustar, Enagas la devuelve (mensaje / vuelve a Propuesta)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CE4F9"/>
          </a:solidFill>
          <a:ln w="19050">
            <a:solidFill>
              <a:srgbClr val="F45D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484632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esté en “Contratista” (rosa) = pendiente de que Enagas lo valide.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da por aprobado hasta que Enagas lo pasa a “Validada”.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Fotos antes y después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110916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detalle del segmento, pestañas “Antes” y “Después”.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(foto nueva) o Galería (foto existente). Se geoposicionan automáticamente con el GPS.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 en el móvil y suben al servidor al sincronizar.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práctica: foto “antes” antes de tocar nada; foto “después” al terminar; encuadre que permita reconocer la zona.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viaja la información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9167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guarda primero en el móvil: la app funciona aunque no haya cobertura.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 momentos necesitan red: DESCARGAR al empezar la jornada · SUBIR al terminarla.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badge superior indica el estado: Offline · Sincronizando · X pendientes · Sincronizado.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47548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8F0E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75488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a 0 = jornada cerrada.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ya tiene todo lo del operario.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Trazabilidad y control para Enagas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110916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queda registrado: quién, cuándo, con foto y posición GPS.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explícita: nada entra en la planificación sin que un gestor de Enagas lo valide.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GPS del operario (mientras está en el mapa) → mejora la planificación del año siguiente.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por segmento (Mensajes) → justificación documentada de cada propuesta.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Enagas · Módulo Desherbaje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676656" cy="67665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309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572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debe tener claro el operario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98932" y="1737360"/>
            <a:ext cx="2542032" cy="33375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" y="1737360"/>
            <a:ext cx="2542032" cy="1463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Shape 7"/>
          <p:cNvSpPr/>
          <p:nvPr/>
        </p:nvSpPr>
        <p:spPr>
          <a:xfrm>
            <a:off x="1458468" y="21488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145846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81812" y="315468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 antes de ejecutar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1812" y="4023360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zona de Enagas puede no coincidir con el terreno real.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415284" y="1737360"/>
            <a:ext cx="2542032" cy="33375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15284" y="1737360"/>
            <a:ext cx="2542032" cy="1463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Shape 13"/>
          <p:cNvSpPr/>
          <p:nvPr/>
        </p:nvSpPr>
        <p:spPr>
          <a:xfrm>
            <a:off x="4274820" y="21488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/>
          <p:nvPr/>
        </p:nvSpPr>
        <p:spPr>
          <a:xfrm>
            <a:off x="427482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3598164" y="315468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Proponer = estado “Contratista”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598164" y="4023360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propones, Enagas aprueba. No está hecho hasta que Enagas valida.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31636" y="1737360"/>
            <a:ext cx="2542032" cy="33375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31636" y="1737360"/>
            <a:ext cx="2542032" cy="1463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Shape 19"/>
          <p:cNvSpPr/>
          <p:nvPr/>
        </p:nvSpPr>
        <p:spPr>
          <a:xfrm>
            <a:off x="7091172" y="21488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0"/>
          <p:cNvSpPr/>
          <p:nvPr/>
        </p:nvSpPr>
        <p:spPr>
          <a:xfrm>
            <a:off x="709117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6414516" y="315468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Fotos siempre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14516" y="4023360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antes y una después de cada actuación.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047988" y="1737360"/>
            <a:ext cx="2542032" cy="33375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DE3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047988" y="1737360"/>
            <a:ext cx="2542032" cy="1463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Shape 25"/>
          <p:cNvSpPr/>
          <p:nvPr/>
        </p:nvSpPr>
        <p:spPr>
          <a:xfrm>
            <a:off x="9907524" y="21488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Text 26"/>
          <p:cNvSpPr/>
          <p:nvPr/>
        </p:nvSpPr>
        <p:spPr>
          <a:xfrm>
            <a:off x="9907524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230868" y="315468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Sincroniza al empezar y al terminar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230868" y="4023360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al salir · subir hasta 0 pendientes al volver.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5DE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9728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307592"/>
            <a:ext cx="493776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86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decisión que cerrar con Enagas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32918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¿Añadimos un estado “No requiere actuación / Descartada” </a:t>
            </a:r>
            <a:pPr indent="0" marL="0">
              <a:buNone/>
            </a:pPr>
            <a:r>
              <a:rPr lang="en-US" sz="1900" dirty="0">
                <a:solidFill>
                  <a:srgbClr val="EA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las zonas donde el operario determina en campo que no hay que actuar? Hoy se gestiona por mensaje + estado “Contratista”.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Helireport · Desherbaje — Leulit   ·   Junio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Helireport Desherbaje — Flujo de información</dc:title>
  <dc:subject>PptxGenJS Presentation</dc:subject>
  <dc:creator>Leulit</dc:creator>
  <cp:lastModifiedBy>Leulit</cp:lastModifiedBy>
  <cp:revision>1</cp:revision>
  <dcterms:created xsi:type="dcterms:W3CDTF">2026-06-17T08:52:52Z</dcterms:created>
  <dcterms:modified xsi:type="dcterms:W3CDTF">2026-06-17T08:52:52Z</dcterms:modified>
</cp:coreProperties>
</file>